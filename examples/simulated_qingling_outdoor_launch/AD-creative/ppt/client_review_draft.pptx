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simulated_qingling_outdoor_launch 第一轮广告创意整理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自动生成 editable PPTX 草稿；客户可见前仍需人工审稿和 Delivery Gate。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9875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当前用途：内部结构审阅</a:t>
            </a:r>
          </a:p>
          <a:p>
            <a:pPr>
              <a:defRPr sz="1500"/>
            </a:pPr>
            <a:r>
              <a:t>事实源：AD-creative/orchestrator/</a:t>
            </a:r>
          </a:p>
          <a:p>
            <a:pPr>
              <a:defRPr sz="1500"/>
            </a:pPr>
            <a:r>
              <a:t>边界：未自动发送客户稿，未声明最终视觉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已抽取需求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9 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Deliver a 30s film creative proposal and editable PPT later.</a:t>
            </a:r>
          </a:p>
          <a:p>
            <a:pPr>
              <a:defRPr sz="1500"/>
            </a:pPr>
            <a:r>
              <a:t>Create two directions: OP1 emotional city-to-nature, OP2 functional weather-ready.</a:t>
            </a:r>
          </a:p>
          <a:p>
            <a:pPr>
              <a:defRPr sz="1500"/>
            </a:pPr>
            <a:r>
              <a:t>Product must feel light, sun-protective, light-rain-ready, and suitable for commute/weekend.</a:t>
            </a:r>
          </a:p>
          <a:p>
            <a:pPr>
              <a:defRPr sz="1500"/>
            </a:pPr>
            <a:r>
              <a:t>Avoid extreme outdoor, hard-shell mountaineering, snow, climbing, unauthorized celebrity, fake logo.</a:t>
            </a:r>
          </a:p>
          <a:p>
            <a:pPr>
              <a:defRPr sz="1500"/>
            </a:pPr>
            <a:r>
              <a:t>First review should include moodboard, photography reference, and key frames.</a:t>
            </a:r>
          </a:p>
          <a:p>
            <a:pPr>
              <a:defRPr sz="1500"/>
            </a:pPr>
            <a:r>
              <a:t>Each direction needs at least six key frames.</a:t>
            </a:r>
          </a:p>
          <a:p>
            <a:pPr>
              <a:defRPr sz="1500"/>
            </a:pPr>
            <a:r>
              <a:t>Use natural light, handheld, urban wind, rain pavement, and city-to-nature transition.</a:t>
            </a:r>
          </a:p>
          <a:p>
            <a:pPr>
              <a:defRPr sz="1500"/>
            </a:pPr>
            <a:r>
              <a:t>Reference video links are important for client review.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缺口与追问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4 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blocking: Reference video links required, search scope approved in simulation.</a:t>
            </a:r>
          </a:p>
          <a:p>
            <a:pPr>
              <a:defRPr sz="1500"/>
            </a:pPr>
            <a:r>
              <a:t>high_impact: Product specs and approved product wording missing.</a:t>
            </a:r>
          </a:p>
          <a:p>
            <a:pPr>
              <a:defRPr sz="1500"/>
            </a:pPr>
            <a:r>
              <a:t>high_impact: AI-generated reference visibility not confirmed.</a:t>
            </a:r>
          </a:p>
          <a:p>
            <a:pPr>
              <a:defRPr sz="1500"/>
            </a:pPr>
            <a:r>
              <a:t>medium: HTML vs PPT first review path not locked.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参考与资产状态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只列已登记事实，不把模拟参考当真实来源。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REF-QLO-001: 轻户外城市生活方式短片搜索 (新片场)</a:t>
            </a:r>
          </a:p>
          <a:p>
            <a:pPr>
              <a:defRPr sz="1500"/>
            </a:pPr>
            <a:r>
              <a:t>REF-QLO-002: 功能轻表达视频搜索 (B站/TVC)</a:t>
            </a:r>
          </a:p>
          <a:p>
            <a:pPr>
              <a:defRPr sz="1500"/>
            </a:pPr>
            <a:r>
              <a:t>REF-QLO-003: 轻户外穿搭语境搜索 (小红书/抖音)</a:t>
            </a:r>
          </a:p>
          <a:p>
            <a:pPr>
              <a:defRPr sz="1500"/>
            </a:pPr>
            <a:r>
              <a:t>REF-QLO-004: 轻户外品牌/竞品官方视频搜索 (brand_competitor)</a:t>
            </a:r>
          </a:p>
          <a:p>
            <a:pPr>
              <a:defRPr sz="1500"/>
            </a:pPr>
            <a:r>
              <a:t>REF-QLO-005: 面料水珠与轻量质感参考搜索 (macro_detail)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0789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下一步确认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1078992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以下动作需要明确确认后才能进入客户可见稿。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424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/>
            </a:pPr>
            <a:r>
              <a:t>客户稿发送</a:t>
            </a:r>
          </a:p>
          <a:p>
            <a:pPr>
              <a:defRPr sz="1500"/>
            </a:pPr>
            <a:r>
              <a:t>付费/登录平台或上传客户资料</a:t>
            </a:r>
          </a:p>
          <a:p>
            <a:pPr>
              <a:defRPr sz="1500"/>
            </a:pPr>
            <a:r>
              <a:t>将 AI 图标记为客户可见</a:t>
            </a:r>
          </a:p>
          <a:p>
            <a:pPr>
              <a:defRPr sz="1500"/>
            </a:pPr>
            <a:r>
              <a:t>最终 PPTX 交付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