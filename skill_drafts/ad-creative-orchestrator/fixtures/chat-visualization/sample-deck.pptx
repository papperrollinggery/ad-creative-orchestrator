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moncler_protocol_dry_run 第一轮广告创意整理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自动生成 editable PPTX 草稿；客户可见前仍需人工审稿和 Delivery Gate。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当前用途：内部结构审阅</a:t>
            </a:r>
          </a:p>
          <a:p>
            <a:pPr>
              <a:defRPr sz="1500"/>
            </a:pPr>
            <a:r>
              <a:t>事实源：AD-creative/orchestrator/</a:t>
            </a:r>
          </a:p>
          <a:p>
            <a:pPr>
              <a:defRPr sz="1500"/>
            </a:pPr>
            <a:r>
              <a:t>边界：未自动发送客户稿，未声明最终视觉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已抽取需求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Use Moncler workflow as reusable visual proposal pattern.</a:t>
            </a:r>
          </a:p>
          <a:p>
            <a:pPr>
              <a:defRPr sz="1500"/>
            </a:pPr>
            <a:r>
              <a:t>Research official brand/product/visual references before visual generation.</a:t>
            </a:r>
          </a:p>
          <a:p>
            <a:pPr>
              <a:defRPr sz="1500"/>
            </a:pPr>
            <a:r>
              <a:t>Create master scene and prompt pack before generating asset package.</a:t>
            </a:r>
          </a:p>
          <a:p>
            <a:pPr>
              <a:defRPr sz="1500"/>
            </a:pPr>
            <a:r>
              <a:t>Final PPT must be editable and pass QA before handoff.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缺口与追问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blocking: No verified official reference set yet.</a:t>
            </a:r>
          </a:p>
          <a:p>
            <a:pPr>
              <a:defRPr sz="1500"/>
            </a:pPr>
            <a:r>
              <a:t>high_impact: Visual asset role not locked. Could wrongly generate storyboard when project needs KV/mockup/BTS.</a:t>
            </a:r>
          </a:p>
          <a:p>
            <a:pPr>
              <a:defRPr sz="1500"/>
            </a:pPr>
            <a:r>
              <a:t>medium: Editable PPT requirement exists, but SlideSpec path not started.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参考与资产状态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只列已登记事实，不把模拟参考当真实来源。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REF-MON-001: Moncler official site (official_site)</a:t>
            </a:r>
          </a:p>
          <a:p>
            <a:pPr>
              <a:defRPr sz="1500"/>
            </a:pPr>
            <a:r>
              <a:t>REF-MON-002: Official/verified campaign video search (youtube_vimeo)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下一步确认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以下动作需要明确确认后才能进入客户可见稿。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客户稿发送</a:t>
            </a:r>
          </a:p>
          <a:p>
            <a:pPr>
              <a:defRPr sz="1500"/>
            </a:pPr>
            <a:r>
              <a:t>付费/登录平台或上传客户资料</a:t>
            </a:r>
          </a:p>
          <a:p>
            <a:pPr>
              <a:defRPr sz="1500"/>
            </a:pPr>
            <a:r>
              <a:t>将 AI 图标记为客户可见</a:t>
            </a:r>
          </a:p>
          <a:p>
            <a:pPr>
              <a:defRPr sz="1500"/>
            </a:pPr>
            <a:r>
              <a:t>最终 PPTX 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